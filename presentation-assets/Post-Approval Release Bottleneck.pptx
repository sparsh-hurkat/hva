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61580"/>
            <a:ext cx="4841081" cy="2482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3752105"/>
            <a:ext cx="4060031" cy="10629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331" y="2918817"/>
            <a:ext cx="5350668" cy="1020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331" y="4092178"/>
            <a:ext cx="5350668" cy="10209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9331" y="5265539"/>
            <a:ext cx="5350668" cy="1020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0500" y="-381000"/>
            <a:ext cx="4762500" cy="16138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4929336"/>
            <a:ext cx="406003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Inter"/>
              </a:rPr>
              <a:t>70 out of 102 Releases Delayed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5291286"/>
            <a:ext cx="4060031" cy="161925"/>
          </a:xfrm>
          <a:prstGeom prst="rect">
            <a:avLst/>
          </a:prstGeom>
          <a:noFill/>
        </p:spPr>
        <p:txBody>
          <a:bodyPr wrap="square" lIns="119062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B7185"/>
                </a:solidFill>
                <a:latin typeface="Inter SemiBold"/>
              </a:rPr>
              <a:t>JULY 11, 2025 – PRESENT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2896" y="5310336"/>
            <a:ext cx="119062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456" y="3118842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7456" y="4292203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7456" y="5465564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1756" y="3233142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88956" y="3118842"/>
            <a:ext cx="451806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Stalled After Sign-Off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8956" y="3366492"/>
            <a:ext cx="4302918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Over two-thirds of release items experience post-approval delays during final deployment readiness checks.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1756" y="4406503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88956" y="4292203"/>
            <a:ext cx="451806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Manual Cross-Tool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8956" y="4539853"/>
            <a:ext cx="4302918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Engineers spend hours cross-referencing Mend, Fortify, and Wiz dashboards to confirm if CVEs block shipping.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1756" y="5579864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88956" y="5465564"/>
            <a:ext cx="451806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Plus Jakarta Sans"/>
              </a:rPr>
              <a:t>Core Driver for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8956" y="5713214"/>
            <a:ext cx="4302918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A unified security scan orchestrator eliminates manual lookups and accelerates release validation instantly.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185392"/>
            <a:ext cx="112014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Post-Approval Release </a:t>
            </a:r>
            <a:r>
              <a:rPr b="1" sz="2850" i="0" u="none">
                <a:solidFill>
                  <a:srgbClr val="F43F5E"/>
                </a:solidFill>
                <a:latin typeface="Plus Jakarta Sans"/>
              </a:rPr>
              <a:t>Bottleneck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
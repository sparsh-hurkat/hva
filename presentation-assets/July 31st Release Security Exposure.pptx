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766887"/>
            <a:ext cx="3929062" cy="990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2" y="1766887"/>
            <a:ext cx="3274218" cy="990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031" y="1766887"/>
            <a:ext cx="3274218" cy="990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2986087"/>
            <a:ext cx="5314950" cy="25955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2986087"/>
            <a:ext cx="5314950" cy="259556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3862387"/>
            <a:ext cx="4724400" cy="4857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4481512"/>
            <a:ext cx="4724400" cy="4857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575" y="3862387"/>
            <a:ext cx="4724400" cy="4857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575" y="4481512"/>
            <a:ext cx="4724400" cy="4857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19250" y="-476250"/>
            <a:ext cx="4762500" cy="63341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6775" y="5981700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90625" y="5915025"/>
            <a:ext cx="101346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Inter"/>
              </a:rPr>
              <a:t>Release Readiness Warning:</a:t>
            </a:r>
            <a:r>
              <a:rPr b="0" sz="1050" i="0" u="none">
                <a:solidFill>
                  <a:srgbClr val="FCA5A5"/>
                </a:solidFill>
                <a:latin typeface="Inter"/>
              </a:rPr>
              <a:t> The 14 Critical Mend vulnerabilities across the 16 repositories must be addressed or risk-waived before lead manager sign-off for the July 31st release window.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4875" y="2014537"/>
            <a:ext cx="495300" cy="495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24437" y="2014537"/>
            <a:ext cx="495300" cy="495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89156" y="2014537"/>
            <a:ext cx="495300" cy="495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2025" y="5119687"/>
            <a:ext cx="4724400" cy="185737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Third-party dependency &amp; library vulnerability scans.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5575" y="5119687"/>
            <a:ext cx="4724400" cy="185737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Proprietary source code static security analysis.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3462" y="2157412"/>
            <a:ext cx="238125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90675" y="1966912"/>
            <a:ext cx="165258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0" sz="3150" i="0" u="none">
                <a:solidFill>
                  <a:srgbClr val="F8FAFC"/>
                </a:solidFill>
                <a:latin typeface="Plus Jakarta Sans ExtraBold"/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0675" y="2405062"/>
            <a:ext cx="16525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 SemiBold"/>
              </a:rPr>
              <a:t>IMPACTED REPOSITORIES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67312" y="2157412"/>
            <a:ext cx="209550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0237" y="1966912"/>
            <a:ext cx="1809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0" sz="3150" i="0" u="none">
                <a:solidFill>
                  <a:srgbClr val="EF4444"/>
                </a:solidFill>
                <a:latin typeface="Plus Jakarta Sans ExtraBold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0237" y="2405062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CA5A5"/>
                </a:solidFill>
                <a:latin typeface="Inter SemiBold"/>
              </a:rPr>
              <a:t>CRITICAL VULNERABILITIES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32031" y="2157412"/>
            <a:ext cx="209550" cy="2095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74956" y="1966912"/>
            <a:ext cx="15335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0" sz="3150" i="0" u="none">
                <a:solidFill>
                  <a:srgbClr val="F97316"/>
                </a:solidFill>
                <a:latin typeface="Plus Jakarta Sans ExtraBold"/>
              </a:rPr>
              <a:t>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4956" y="2405062"/>
            <a:ext cx="15335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DBA74"/>
                </a:solidFill>
                <a:latin typeface="Inter SemiBold"/>
              </a:rPr>
              <a:t>HIGH VULNERABILITIES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2025" y="5148262"/>
            <a:ext cx="123825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05575" y="5148262"/>
            <a:ext cx="123825" cy="1238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38250" y="3262312"/>
            <a:ext cx="128016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Plus Jakarta Sans"/>
              </a:rPr>
              <a:t>Mend (SCA)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81487" y="3290887"/>
            <a:ext cx="1404937" cy="2095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67525" y="3262312"/>
            <a:ext cx="148018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Plus Jakarta Sans"/>
              </a:rPr>
              <a:t>Fortify (SAST)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15500" y="3290887"/>
            <a:ext cx="1514475" cy="2095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2025" y="3290887"/>
            <a:ext cx="180975" cy="2095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09700" y="4014787"/>
            <a:ext cx="9715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Inter SemiBold"/>
              </a:rPr>
              <a:t>Critical Issues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5425" y="3986212"/>
            <a:ext cx="2000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EF4444"/>
                </a:solidFill>
                <a:latin typeface="Plus Jakarta Sans ExtraBold"/>
              </a:rPr>
              <a:t>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09700" y="4633912"/>
            <a:ext cx="134302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Inter SemiBold"/>
              </a:rPr>
              <a:t>High Vulnerabilities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76850" y="4605337"/>
            <a:ext cx="2286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97316"/>
                </a:solidFill>
                <a:latin typeface="Plus Jakarta Sans ExtraBold"/>
              </a:rPr>
              <a:t>35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05575" y="3290887"/>
            <a:ext cx="266700" cy="2095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953250" y="4014787"/>
            <a:ext cx="134302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Inter SemiBold"/>
              </a:rPr>
              <a:t>High Vulnerabilities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10875" y="3986212"/>
            <a:ext cx="2381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97316"/>
                </a:solidFill>
                <a:latin typeface="Plus Jakarta Sans ExtraBold"/>
              </a:rPr>
              <a:t>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0375" y="4633912"/>
            <a:ext cx="9715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Inter SemiBold"/>
              </a:rPr>
              <a:t>Critical Issues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15650" y="4605337"/>
            <a:ext cx="1333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lus Jakarta Sans ExtraBold"/>
              </a:rPr>
              <a:t>0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71575" y="4033837"/>
            <a:ext cx="142875" cy="1428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71575" y="4652962"/>
            <a:ext cx="142875" cy="14287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15125" y="4033837"/>
            <a:ext cx="142875" cy="14287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66750" y="1109662"/>
            <a:ext cx="114014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lus Jakarta Sans"/>
              </a:rPr>
              <a:t>July 31st Release: </a:t>
            </a:r>
            <a:r>
              <a:rPr b="1" sz="2700" i="0" u="none">
                <a:solidFill>
                  <a:srgbClr val="EF4444"/>
                </a:solidFill>
                <a:latin typeface="Plus Jakarta Sans"/>
              </a:rPr>
              <a:t>Security Exposure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